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DBA74"/>
                </a:solidFill>
                <a:latin typeface="Aptos"/>
              </a:defRPr>
            </a:pPr>
            <a:r>
              <a:t>BÀI TẬP TUẦN 06 · CÔNG CỤ PHÁC THẢO PROTOTYPE BẰNG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Aptos"/>
              </a:defRPr>
            </a:pPr>
            <a:r>
              <a:t>ĐÁNH GIÁ QUY TRÌNH TẠO</a:t>
            </a:r>
            <a:br/>
            <a:r>
              <a:t>PROTOTYPE BẰNG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3383280"/>
            <a:ext cx="1064282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dõi</a:t>
            </a:r>
            <a:r>
              <a:rPr dirty="0"/>
              <a:t> </a:t>
            </a:r>
            <a:r>
              <a:rPr dirty="0" err="1"/>
              <a:t>sức</a:t>
            </a:r>
            <a:r>
              <a:rPr dirty="0"/>
              <a:t> </a:t>
            </a:r>
            <a:r>
              <a:rPr dirty="0" err="1"/>
              <a:t>khỏe</a:t>
            </a:r>
            <a:r>
              <a:rPr dirty="0"/>
              <a:t>  |  </a:t>
            </a:r>
            <a:r>
              <a:rPr dirty="0" err="1"/>
              <a:t>Sàn</a:t>
            </a:r>
            <a:r>
              <a:rPr dirty="0"/>
              <a:t> </a:t>
            </a:r>
            <a:r>
              <a:rPr dirty="0" err="1"/>
              <a:t>đấu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tuyến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41248" y="5897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ptos"/>
              </a:defRPr>
            </a:pPr>
            <a:r>
              <a:rPr dirty="0"/>
              <a:t>Báo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· BTN06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ptos"/>
              </a:defRPr>
            </a:pPr>
            <a:r>
              <a:t>01 · CÔNG CỤ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3A8A"/>
                </a:solidFill>
                <a:latin typeface="Aptos"/>
              </a:defRPr>
            </a:pPr>
            <a:r>
              <a:t>Hai công cụ AI được sử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BTN06 · TV4 — Báo cáo và đóng gói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Figma Make — </a:t>
            </a:r>
            <a:r>
              <a:rPr dirty="0" err="1"/>
              <a:t>tạo</a:t>
            </a:r>
            <a:r>
              <a:rPr dirty="0"/>
              <a:t> prototype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dõi</a:t>
            </a:r>
            <a:r>
              <a:rPr dirty="0"/>
              <a:t> </a:t>
            </a:r>
            <a:r>
              <a:rPr dirty="0" err="1"/>
              <a:t>sức</a:t>
            </a:r>
            <a:r>
              <a:rPr dirty="0"/>
              <a:t> </a:t>
            </a:r>
            <a:r>
              <a:rPr dirty="0" err="1"/>
              <a:t>khỏe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Google Stitch — </a:t>
            </a:r>
            <a:r>
              <a:rPr dirty="0" err="1"/>
              <a:t>tạo</a:t>
            </a:r>
            <a:r>
              <a:rPr dirty="0"/>
              <a:t> prototype </a:t>
            </a:r>
            <a:r>
              <a:rPr dirty="0" err="1"/>
              <a:t>sàn</a:t>
            </a:r>
            <a:r>
              <a:rPr dirty="0"/>
              <a:t> </a:t>
            </a:r>
            <a:r>
              <a:rPr dirty="0" err="1"/>
              <a:t>đấu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TV3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,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kiện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,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khảo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Thông </a:t>
            </a:r>
            <a:r>
              <a:rPr dirty="0" err="1"/>
              <a:t>số</a:t>
            </a:r>
            <a:r>
              <a:rPr dirty="0"/>
              <a:t> credit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;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cố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lâu</a:t>
            </a:r>
            <a:r>
              <a:rPr dirty="0"/>
              <a:t> </a:t>
            </a:r>
            <a:r>
              <a:rPr dirty="0" err="1"/>
              <a:t>dài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ptos"/>
              </a:defRPr>
            </a:pPr>
            <a:r>
              <a:t>02 · QUY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3A8A"/>
                </a:solidFill>
                <a:latin typeface="Aptos"/>
              </a:defRPr>
            </a:pPr>
            <a:r>
              <a:t>Quy trình thực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BTN06 · TV4 — Báo cáo và đóng gói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ptos"/>
              </a:defRPr>
            </a:pPr>
            <a:r>
              <a:t>Tạo bản đầu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6324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Aptos"/>
              </a:defRPr>
            </a:pPr>
            <a:r>
              <a:t>Dùng prompt ban đầu để tạo cấu trúc và các màn hình chính.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8288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ptos"/>
              </a:defRPr>
            </a:pPr>
            <a:r>
              <a:t>Bổ sung thành phần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306324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Aptos"/>
              </a:defRPr>
            </a:pPr>
            <a:r>
              <a:t>Đối chiếu danh sách yêu cầu, bổ sung thành phần còn thiếu.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944" y="18288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74536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ptos"/>
              </a:defRPr>
            </a:pPr>
            <a:r>
              <a:t>Chỉnh sửa CS-1/2/3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306324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Aptos"/>
              </a:defRPr>
            </a:pPr>
            <a:r>
              <a:t>Thực hiện các yêu cầu chỉnh sửa theo đề bài.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17736" y="18288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2328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ptos"/>
              </a:defRPr>
            </a:pPr>
            <a:r>
              <a:t>Kiểm tra và đóng gói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306324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Aptos"/>
              </a:defRPr>
            </a:pPr>
            <a:r>
              <a:t>Đối chiếu giao diện, lưu ảnh minh chứng và xuất prototype.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Nhật ký prompt, ảnh trước/sau và tệp prototype được dùng để theo dõi quá trình cải tiến.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ptos"/>
              </a:defRPr>
            </a:pPr>
            <a:r>
              <a:t>03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3A8A"/>
                </a:solidFill>
                <a:latin typeface="Aptos"/>
              </a:defRPr>
            </a:pPr>
            <a:r>
              <a:t>Prototype sức khỏe — Figma Make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BTN06 · TV4 — Báo cáo và đóng gói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Đạt 18/24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ở </a:t>
            </a:r>
            <a:r>
              <a:rPr dirty="0" err="1"/>
              <a:t>lượt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24/24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7 </a:t>
            </a:r>
            <a:r>
              <a:rPr dirty="0" err="1"/>
              <a:t>lượt</a:t>
            </a:r>
            <a:r>
              <a:rPr dirty="0"/>
              <a:t> prompt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TV1.</a:t>
            </a:r>
          </a:p>
          <a:p>
            <a:pPr>
              <a:spcAft>
                <a:spcPts val="13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Các </a:t>
            </a:r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bổ</a:t>
            </a:r>
            <a:r>
              <a:rPr dirty="0"/>
              <a:t> sung </a:t>
            </a:r>
            <a:r>
              <a:rPr dirty="0" err="1"/>
              <a:t>gồm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, calo/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, 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nhịp</a:t>
            </a:r>
            <a:r>
              <a:rPr dirty="0"/>
              <a:t> </a:t>
            </a:r>
            <a:r>
              <a:rPr dirty="0" err="1"/>
              <a:t>tim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bình</a:t>
            </a:r>
            <a:r>
              <a:rPr dirty="0"/>
              <a:t>,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km,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, chia </a:t>
            </a:r>
            <a:r>
              <a:rPr dirty="0" err="1"/>
              <a:t>sẻ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Nhật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đến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thiện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TV3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; </a:t>
            </a:r>
            <a:r>
              <a:rPr dirty="0" err="1"/>
              <a:t>bản</a:t>
            </a:r>
            <a:r>
              <a:rPr dirty="0"/>
              <a:t> ZIP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gặp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chữ</a:t>
            </a:r>
            <a:r>
              <a:rPr dirty="0"/>
              <a:t> </a:t>
            </a:r>
            <a:r>
              <a:rPr dirty="0" err="1"/>
              <a:t>hoa</a:t>
            </a:r>
            <a:r>
              <a:rPr dirty="0"/>
              <a:t>/</a:t>
            </a:r>
            <a:r>
              <a:rPr dirty="0" err="1"/>
              <a:t>thường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Windows,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tên</a:t>
            </a:r>
            <a:r>
              <a:rPr dirty="0"/>
              <a:t> </a:t>
            </a:r>
            <a:r>
              <a:rPr dirty="0" err="1"/>
              <a:t>tệp</a:t>
            </a:r>
            <a:r>
              <a:rPr dirty="0"/>
              <a:t>/import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thì</a:t>
            </a:r>
            <a:r>
              <a:rPr dirty="0"/>
              <a:t> build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ptos"/>
              </a:defRPr>
            </a:pPr>
            <a:r>
              <a:t>03 ·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3A8A"/>
                </a:solidFill>
                <a:latin typeface="Aptos"/>
              </a:defRPr>
            </a:pPr>
            <a:r>
              <a:t>Prototype đấu giá — Google Stitch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BTN06 · TV4 — Báo cáo và đóng gói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Prototype được bàn giao dưới dạng HTML và tài nguyên giao diện, kèm DESIGN.md mô tả design system.</a:t>
            </a:r>
          </a:p>
          <a:p>
            <a:pPr>
              <a:spcAft>
                <a:spcPts val="13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Các màn hình bao gồm đăng nhập/đăng ký, tìm kiếm, tạo sản phẩm đấu giá, chi tiết sản phẩm, trạng thái ra giá lỗi, kết quả đấu giá, thanh toán và đánh giá/phản hồi.</a:t>
            </a:r>
          </a:p>
          <a:p>
            <a:pPr>
              <a:spcAft>
                <a:spcPts val="13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Nhóm đã lưu ảnh lượt đầu, lượt cuối và minh chứng cho các chỉnh sửa CS-1, CS-2.</a:t>
            </a:r>
          </a:p>
          <a:p>
            <a:pPr>
              <a:spcAft>
                <a:spcPts val="13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Thiết kế dùng hệ thống màu navy–orange và các thành phần giao diện thống nhất theo tài liệu thiết kế.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ptos"/>
              </a:defRPr>
            </a:pPr>
            <a:r>
              <a:t>03 · SO SÁNH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3A8A"/>
                </a:solidFill>
                <a:latin typeface="Aptos"/>
              </a:defRPr>
            </a:pPr>
            <a:r>
              <a:t>So sánh hai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BTN06 · TV4 — Báo cáo và đóng gói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Tiêu chí</a:t>
                      </a:r>
                    </a:p>
                  </a:txBody>
                  <a:tcPr marR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Theo dõi sức khỏe</a:t>
                      </a:r>
                    </a:p>
                  </a:txBody>
                  <a:tcPr marR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Đấu giá trực tuyến</a:t>
                      </a:r>
                    </a:p>
                  </a:txBody>
                  <a:tcPr marR="73152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Công cụ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Figma Make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Google Stitch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Phạm vi thành phần</a:t>
                      </a:r>
                    </a:p>
                  </a:txBody>
                  <a:tcPr marR="73152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24 thành phần theo checklist</a:t>
                      </a:r>
                    </a:p>
                  </a:txBody>
                  <a:tcPr marR="73152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22 thành phần theo checklist</a:t>
                      </a:r>
                    </a:p>
                  </a:txBody>
                  <a:tcPr marR="73152">
                    <a:solidFill>
                      <a:srgbClr val="EF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Kết quả lượt đầu/cuối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18/24 → 24/24 sau 7 lượt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Đã có bộ ảnh lượt đầu và lượt cuối; prototype xuất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Chỉnh sửa</a:t>
                      </a:r>
                    </a:p>
                  </a:txBody>
                  <a:tcPr marR="73152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CS-1, CS-2, CS-3 theo yêu cầu bài</a:t>
                      </a:r>
                    </a:p>
                  </a:txBody>
                  <a:tcPr marR="73152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CS-1, CS-2, CS-3 theo yêu cầu bài</a:t>
                      </a:r>
                    </a:p>
                  </a:txBody>
                  <a:tcPr marR="73152">
                    <a:solidFill>
                      <a:srgbClr val="EF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Sản phẩm bàn giao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Link prototype và ZIP mã nguồn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Link Stitch, HTML, tài nguyên và DESIGN.md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Điểm cần chú ý</a:t>
                      </a:r>
                    </a:p>
                  </a:txBody>
                  <a:tcPr marR="73152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Build mã nguồn cần xử lý casing trên Windows</a:t>
                      </a:r>
                    </a:p>
                  </a:txBody>
                  <a:tcPr marR="73152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Nên kiểm tra các luồng nghiệp vụ bằng thao tác trực tiếp</a:t>
                      </a:r>
                    </a:p>
                  </a:txBody>
                  <a:tcPr marR="73152">
                    <a:solidFill>
                      <a:srgbClr val="EF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ptos"/>
              </a:defRPr>
            </a:pPr>
            <a:r>
              <a:rPr dirty="0"/>
              <a:t>05 · GIỚI HẠN &amp; </a:t>
            </a:r>
            <a:r>
              <a:rPr lang="en-US" dirty="0"/>
              <a:t> CÁCH KHẮC PHỤC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3A8A"/>
                </a:solidFill>
                <a:latin typeface="Aptos"/>
              </a:defRPr>
            </a:pP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BTN06 · TV4 — Báo cáo và đóng gói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Prototype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quán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màn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thích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;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build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Thông tin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mức</a:t>
            </a:r>
            <a:r>
              <a:rPr dirty="0"/>
              <a:t>/credit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dirty="0"/>
              <a:t>: </a:t>
            </a:r>
            <a:r>
              <a:rPr dirty="0" err="1"/>
              <a:t>dùng</a:t>
            </a:r>
            <a:r>
              <a:rPr dirty="0"/>
              <a:t> checklist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,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,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prompt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/</a:t>
            </a:r>
            <a:r>
              <a:rPr dirty="0" err="1"/>
              <a:t>sau</a:t>
            </a:r>
            <a:r>
              <a:rPr dirty="0"/>
              <a:t>;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/</a:t>
            </a:r>
            <a:r>
              <a:rPr dirty="0" err="1"/>
              <a:t>tệp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bày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DBA74"/>
                </a:solidFill>
                <a:latin typeface="Aptos"/>
              </a:defRPr>
            </a:pPr>
            <a: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AI tăng tốc tạo prototype — kiểm thử vẫn là bước bắt buộc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424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sz="1900">
                <a:solidFill>
                  <a:srgbClr val="FFFFFF"/>
                </a:solidFill>
              </a:rPr>
              <a:t>Hai công cụ đã hỗ trợ tạo prototype cho hai miền nghiệp vụ khác nhau.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sz="1900">
                <a:solidFill>
                  <a:srgbClr val="FFFFFF"/>
                </a:solidFill>
              </a:rPr>
              <a:t>Quá trình prompt lặp và chỉnh sửa giúp bổ sung thành phần và cải thiện giao diện.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sz="1900">
                <a:solidFill>
                  <a:srgbClr val="FFFFFF"/>
                </a:solidFill>
              </a:rPr>
              <a:t>Chất lượng bàn giao cần dựa trên cả giao diện, luồng tương tác, khả năng xuất và tính tương thích.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72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BD5E1"/>
                </a:solidFill>
                <a:latin typeface="Aptos"/>
              </a:defRPr>
            </a:pPr>
            <a:r>
              <a:rPr>
                <a:solidFill>
                  <a:srgbClr val="CBD5E1"/>
                </a:solidFill>
              </a:rPr>
              <a:t>Cảm ơn — Hỏi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859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Lê Hùng Thắng</cp:lastModifiedBy>
  <cp:revision>2</cp:revision>
  <dcterms:created xsi:type="dcterms:W3CDTF">2013-01-27T09:14:16Z</dcterms:created>
  <dcterms:modified xsi:type="dcterms:W3CDTF">2026-10-19T18:05:00Z</dcterms:modified>
  <cp:category/>
</cp:coreProperties>
</file>